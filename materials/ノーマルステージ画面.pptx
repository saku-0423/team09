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>
        <p:scale>
          <a:sx n="57" d="100"/>
          <a:sy n="57" d="100"/>
        </p:scale>
        <p:origin x="23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139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52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057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31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41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498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47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91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761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70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11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0E506B-80B1-4276-B617-7D8F197D0929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1121F-AAB4-4753-8A13-EA25AEABEB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42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7FE03BBB-5274-452B-C9ED-197673C81B93}"/>
              </a:ext>
            </a:extLst>
          </p:cNvPr>
          <p:cNvSpPr/>
          <p:nvPr/>
        </p:nvSpPr>
        <p:spPr>
          <a:xfrm>
            <a:off x="3186849" y="8686800"/>
            <a:ext cx="1405267" cy="858644"/>
          </a:xfrm>
          <a:prstGeom prst="triangl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自機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60F035C-48D3-F3D7-396A-1F20BF72A39E}"/>
              </a:ext>
            </a:extLst>
          </p:cNvPr>
          <p:cNvSpPr/>
          <p:nvPr/>
        </p:nvSpPr>
        <p:spPr>
          <a:xfrm>
            <a:off x="3808034" y="7136780"/>
            <a:ext cx="144965" cy="379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0E7429C-0234-0EAA-7D35-6BA14623D92A}"/>
              </a:ext>
            </a:extLst>
          </p:cNvPr>
          <p:cNvSpPr/>
          <p:nvPr/>
        </p:nvSpPr>
        <p:spPr>
          <a:xfrm>
            <a:off x="3779837" y="6060687"/>
            <a:ext cx="144965" cy="379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FC8F00F-6F00-02A9-47B4-27CD5CE10621}"/>
              </a:ext>
            </a:extLst>
          </p:cNvPr>
          <p:cNvSpPr/>
          <p:nvPr/>
        </p:nvSpPr>
        <p:spPr>
          <a:xfrm>
            <a:off x="3744518" y="4984594"/>
            <a:ext cx="144965" cy="379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FB6472B-D15A-A880-9280-6ACD2E0B97F1}"/>
              </a:ext>
            </a:extLst>
          </p:cNvPr>
          <p:cNvSpPr/>
          <p:nvPr/>
        </p:nvSpPr>
        <p:spPr>
          <a:xfrm>
            <a:off x="3735550" y="2874225"/>
            <a:ext cx="144965" cy="379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2E4393C-6EA0-2C4A-AF29-FA1A7A7E8DB4}"/>
              </a:ext>
            </a:extLst>
          </p:cNvPr>
          <p:cNvSpPr/>
          <p:nvPr/>
        </p:nvSpPr>
        <p:spPr>
          <a:xfrm>
            <a:off x="3735551" y="3980984"/>
            <a:ext cx="144965" cy="379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上 9">
            <a:extLst>
              <a:ext uri="{FF2B5EF4-FFF2-40B4-BE49-F238E27FC236}">
                <a16:creationId xmlns:a16="http://schemas.microsoft.com/office/drawing/2014/main" id="{912F7213-6AAF-FEC7-ED3F-E5AAD577AAB6}"/>
              </a:ext>
            </a:extLst>
          </p:cNvPr>
          <p:cNvSpPr/>
          <p:nvPr/>
        </p:nvSpPr>
        <p:spPr>
          <a:xfrm>
            <a:off x="3597152" y="7995425"/>
            <a:ext cx="602592" cy="6913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銃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9FC9529-D183-1CF2-1122-AB784B4608B9}"/>
              </a:ext>
            </a:extLst>
          </p:cNvPr>
          <p:cNvSpPr/>
          <p:nvPr/>
        </p:nvSpPr>
        <p:spPr>
          <a:xfrm>
            <a:off x="5151863" y="9831658"/>
            <a:ext cx="635619" cy="713678"/>
          </a:xfrm>
          <a:prstGeom prst="rect">
            <a:avLst/>
          </a:prstGeom>
          <a:ln w="762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9914BE-3C32-46D9-F6CA-9EED991D3499}"/>
              </a:ext>
            </a:extLst>
          </p:cNvPr>
          <p:cNvSpPr/>
          <p:nvPr/>
        </p:nvSpPr>
        <p:spPr>
          <a:xfrm>
            <a:off x="5978912" y="9827941"/>
            <a:ext cx="635619" cy="7136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EE904F9-C6EB-5725-EB47-C3DF783D1747}"/>
              </a:ext>
            </a:extLst>
          </p:cNvPr>
          <p:cNvSpPr/>
          <p:nvPr/>
        </p:nvSpPr>
        <p:spPr>
          <a:xfrm>
            <a:off x="6805961" y="9835375"/>
            <a:ext cx="635619" cy="71367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E76643C-DAEC-D8EF-47C3-D53C3E6BA04E}"/>
              </a:ext>
            </a:extLst>
          </p:cNvPr>
          <p:cNvSpPr/>
          <p:nvPr/>
        </p:nvSpPr>
        <p:spPr>
          <a:xfrm>
            <a:off x="5397190" y="10002643"/>
            <a:ext cx="144965" cy="3791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480CF6AC-2117-95A7-18B2-9CD0B05AB1E2}"/>
              </a:ext>
            </a:extLst>
          </p:cNvPr>
          <p:cNvSpPr/>
          <p:nvPr/>
        </p:nvSpPr>
        <p:spPr>
          <a:xfrm>
            <a:off x="7051287" y="9995209"/>
            <a:ext cx="144965" cy="379142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32FD163D-47B0-D100-2505-6EB1AB1180D3}"/>
              </a:ext>
            </a:extLst>
          </p:cNvPr>
          <p:cNvSpPr/>
          <p:nvPr/>
        </p:nvSpPr>
        <p:spPr>
          <a:xfrm>
            <a:off x="6224239" y="10002643"/>
            <a:ext cx="144965" cy="37914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649E82-0A53-A359-ED4D-0CCC6EE7A754}"/>
              </a:ext>
            </a:extLst>
          </p:cNvPr>
          <p:cNvSpPr txBox="1"/>
          <p:nvPr/>
        </p:nvSpPr>
        <p:spPr>
          <a:xfrm>
            <a:off x="5859963" y="9451175"/>
            <a:ext cx="126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弾選択</a:t>
            </a:r>
          </a:p>
        </p:txBody>
      </p:sp>
      <p:sp>
        <p:nvSpPr>
          <p:cNvPr id="18" name="二等辺三角形 17">
            <a:extLst>
              <a:ext uri="{FF2B5EF4-FFF2-40B4-BE49-F238E27FC236}">
                <a16:creationId xmlns:a16="http://schemas.microsoft.com/office/drawing/2014/main" id="{9F4F23F4-A4BD-94DF-5DEB-AC3132496645}"/>
              </a:ext>
            </a:extLst>
          </p:cNvPr>
          <p:cNvSpPr/>
          <p:nvPr/>
        </p:nvSpPr>
        <p:spPr>
          <a:xfrm rot="10800000">
            <a:off x="1764852" y="372172"/>
            <a:ext cx="2210341" cy="1037063"/>
          </a:xfrm>
          <a:prstGeom prst="triangl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78D09DA-04A1-9B16-04C4-410A116482C1}"/>
              </a:ext>
            </a:extLst>
          </p:cNvPr>
          <p:cNvSpPr txBox="1"/>
          <p:nvPr/>
        </p:nvSpPr>
        <p:spPr>
          <a:xfrm>
            <a:off x="2546414" y="662155"/>
            <a:ext cx="80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敵機</a:t>
            </a:r>
          </a:p>
        </p:txBody>
      </p:sp>
      <p:sp>
        <p:nvSpPr>
          <p:cNvPr id="20" name="星: 7 pt 19">
            <a:extLst>
              <a:ext uri="{FF2B5EF4-FFF2-40B4-BE49-F238E27FC236}">
                <a16:creationId xmlns:a16="http://schemas.microsoft.com/office/drawing/2014/main" id="{B0E3FEAC-87C7-2F93-DF84-689F971C8A66}"/>
              </a:ext>
            </a:extLst>
          </p:cNvPr>
          <p:cNvSpPr/>
          <p:nvPr/>
        </p:nvSpPr>
        <p:spPr>
          <a:xfrm>
            <a:off x="2793277" y="1773044"/>
            <a:ext cx="306762" cy="312234"/>
          </a:xfrm>
          <a:prstGeom prst="star7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星: 7 pt 20">
            <a:extLst>
              <a:ext uri="{FF2B5EF4-FFF2-40B4-BE49-F238E27FC236}">
                <a16:creationId xmlns:a16="http://schemas.microsoft.com/office/drawing/2014/main" id="{5595F539-C077-BF10-19CE-53DCE3BADC23}"/>
              </a:ext>
            </a:extLst>
          </p:cNvPr>
          <p:cNvSpPr/>
          <p:nvPr/>
        </p:nvSpPr>
        <p:spPr>
          <a:xfrm>
            <a:off x="2777014" y="2614959"/>
            <a:ext cx="306762" cy="312234"/>
          </a:xfrm>
          <a:prstGeom prst="star7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星: 7 pt 21">
            <a:extLst>
              <a:ext uri="{FF2B5EF4-FFF2-40B4-BE49-F238E27FC236}">
                <a16:creationId xmlns:a16="http://schemas.microsoft.com/office/drawing/2014/main" id="{0DA41B40-1C17-6DFF-2F1B-81523E42ADC4}"/>
              </a:ext>
            </a:extLst>
          </p:cNvPr>
          <p:cNvSpPr/>
          <p:nvPr/>
        </p:nvSpPr>
        <p:spPr>
          <a:xfrm>
            <a:off x="2778202" y="3668750"/>
            <a:ext cx="306762" cy="312234"/>
          </a:xfrm>
          <a:prstGeom prst="star7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星: 7 pt 22">
            <a:extLst>
              <a:ext uri="{FF2B5EF4-FFF2-40B4-BE49-F238E27FC236}">
                <a16:creationId xmlns:a16="http://schemas.microsoft.com/office/drawing/2014/main" id="{19DEC682-D2DF-9DD3-ACA2-E1CF613C03DB}"/>
              </a:ext>
            </a:extLst>
          </p:cNvPr>
          <p:cNvSpPr/>
          <p:nvPr/>
        </p:nvSpPr>
        <p:spPr>
          <a:xfrm>
            <a:off x="2778202" y="4532971"/>
            <a:ext cx="306762" cy="312234"/>
          </a:xfrm>
          <a:prstGeom prst="star7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星: 7 pt 23">
            <a:extLst>
              <a:ext uri="{FF2B5EF4-FFF2-40B4-BE49-F238E27FC236}">
                <a16:creationId xmlns:a16="http://schemas.microsoft.com/office/drawing/2014/main" id="{66033972-DCDB-E41A-004B-EFCE1F22C666}"/>
              </a:ext>
            </a:extLst>
          </p:cNvPr>
          <p:cNvSpPr/>
          <p:nvPr/>
        </p:nvSpPr>
        <p:spPr>
          <a:xfrm>
            <a:off x="2795813" y="5397192"/>
            <a:ext cx="306762" cy="312234"/>
          </a:xfrm>
          <a:prstGeom prst="star7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星: 5 pt 24">
            <a:extLst>
              <a:ext uri="{FF2B5EF4-FFF2-40B4-BE49-F238E27FC236}">
                <a16:creationId xmlns:a16="http://schemas.microsoft.com/office/drawing/2014/main" id="{41A948DE-3235-6C1D-BE82-B70340D3FD98}"/>
              </a:ext>
            </a:extLst>
          </p:cNvPr>
          <p:cNvSpPr/>
          <p:nvPr/>
        </p:nvSpPr>
        <p:spPr>
          <a:xfrm>
            <a:off x="814039" y="7248292"/>
            <a:ext cx="535259" cy="535259"/>
          </a:xfrm>
          <a:prstGeom prst="star5">
            <a:avLst/>
          </a:prstGeom>
          <a:gradFill flip="none" rotWithShape="1">
            <a:gsLst>
              <a:gs pos="0">
                <a:srgbClr val="FFFF00">
                  <a:shade val="30000"/>
                  <a:satMod val="115000"/>
                </a:srgbClr>
              </a:gs>
              <a:gs pos="50000">
                <a:srgbClr val="FFFF00">
                  <a:shade val="67500"/>
                  <a:satMod val="115000"/>
                </a:srgbClr>
              </a:gs>
              <a:gs pos="100000">
                <a:srgbClr val="FFFF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6EE778C-A7F1-58C0-75D2-BBD13C03A9FE}"/>
              </a:ext>
            </a:extLst>
          </p:cNvPr>
          <p:cNvCxnSpPr>
            <a:cxnSpLocks/>
          </p:cNvCxnSpPr>
          <p:nvPr/>
        </p:nvCxnSpPr>
        <p:spPr>
          <a:xfrm>
            <a:off x="814039" y="6506737"/>
            <a:ext cx="122664" cy="630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05EEDC4-C554-8B99-7A59-4EC4EA939CAD}"/>
              </a:ext>
            </a:extLst>
          </p:cNvPr>
          <p:cNvCxnSpPr>
            <a:cxnSpLocks/>
          </p:cNvCxnSpPr>
          <p:nvPr/>
        </p:nvCxnSpPr>
        <p:spPr>
          <a:xfrm>
            <a:off x="1081668" y="6506737"/>
            <a:ext cx="0" cy="630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350D473-0591-B48F-8299-BFC8AB01ADF0}"/>
              </a:ext>
            </a:extLst>
          </p:cNvPr>
          <p:cNvCxnSpPr>
            <a:cxnSpLocks/>
          </p:cNvCxnSpPr>
          <p:nvPr/>
        </p:nvCxnSpPr>
        <p:spPr>
          <a:xfrm flipH="1">
            <a:off x="1226634" y="6506737"/>
            <a:ext cx="122664" cy="630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B69FFD-A49A-DFA7-7572-8F1B6D3D101E}"/>
              </a:ext>
            </a:extLst>
          </p:cNvPr>
          <p:cNvSpPr txBox="1"/>
          <p:nvPr/>
        </p:nvSpPr>
        <p:spPr>
          <a:xfrm>
            <a:off x="1550020" y="7393259"/>
            <a:ext cx="179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⇦無敵アイテム</a:t>
            </a:r>
          </a:p>
        </p:txBody>
      </p:sp>
      <p:sp>
        <p:nvSpPr>
          <p:cNvPr id="38" name="ハート 37">
            <a:extLst>
              <a:ext uri="{FF2B5EF4-FFF2-40B4-BE49-F238E27FC236}">
                <a16:creationId xmlns:a16="http://schemas.microsoft.com/office/drawing/2014/main" id="{B6175DE2-44EF-AC82-95D7-D16CD2DFB1FC}"/>
              </a:ext>
            </a:extLst>
          </p:cNvPr>
          <p:cNvSpPr/>
          <p:nvPr/>
        </p:nvSpPr>
        <p:spPr>
          <a:xfrm>
            <a:off x="6296721" y="5218770"/>
            <a:ext cx="570571" cy="557561"/>
          </a:xfrm>
          <a:prstGeom prst="heart">
            <a:avLst/>
          </a:prstGeom>
          <a:solidFill>
            <a:srgbClr val="FF3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2A99A1B-FAB5-28C8-8A37-94DFFF76B8D5}"/>
              </a:ext>
            </a:extLst>
          </p:cNvPr>
          <p:cNvCxnSpPr>
            <a:cxnSpLocks/>
          </p:cNvCxnSpPr>
          <p:nvPr/>
        </p:nvCxnSpPr>
        <p:spPr>
          <a:xfrm>
            <a:off x="6332034" y="4516244"/>
            <a:ext cx="122664" cy="630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EB0283D2-42CA-7A17-FE71-9454078AF9EF}"/>
              </a:ext>
            </a:extLst>
          </p:cNvPr>
          <p:cNvCxnSpPr>
            <a:cxnSpLocks/>
          </p:cNvCxnSpPr>
          <p:nvPr/>
        </p:nvCxnSpPr>
        <p:spPr>
          <a:xfrm>
            <a:off x="6599663" y="4516244"/>
            <a:ext cx="0" cy="630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4FB818A-F4DC-71C3-02C9-955068924AFA}"/>
              </a:ext>
            </a:extLst>
          </p:cNvPr>
          <p:cNvCxnSpPr>
            <a:cxnSpLocks/>
          </p:cNvCxnSpPr>
          <p:nvPr/>
        </p:nvCxnSpPr>
        <p:spPr>
          <a:xfrm flipH="1">
            <a:off x="6744629" y="4516244"/>
            <a:ext cx="122664" cy="6300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DEAED13-2AD5-3355-74BF-FE7D9B2CEC2B}"/>
              </a:ext>
            </a:extLst>
          </p:cNvPr>
          <p:cNvSpPr txBox="1"/>
          <p:nvPr/>
        </p:nvSpPr>
        <p:spPr>
          <a:xfrm>
            <a:off x="3987931" y="5321508"/>
            <a:ext cx="221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残機回復アイテム⇨</a:t>
            </a:r>
          </a:p>
        </p:txBody>
      </p:sp>
      <p:sp>
        <p:nvSpPr>
          <p:cNvPr id="43" name="ハート 42">
            <a:extLst>
              <a:ext uri="{FF2B5EF4-FFF2-40B4-BE49-F238E27FC236}">
                <a16:creationId xmlns:a16="http://schemas.microsoft.com/office/drawing/2014/main" id="{2563593C-17A0-4CDB-6F4E-A8185EA5D5B4}"/>
              </a:ext>
            </a:extLst>
          </p:cNvPr>
          <p:cNvSpPr/>
          <p:nvPr/>
        </p:nvSpPr>
        <p:spPr>
          <a:xfrm>
            <a:off x="339262" y="9913433"/>
            <a:ext cx="570571" cy="557561"/>
          </a:xfrm>
          <a:prstGeom prst="hear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ハート 43">
            <a:extLst>
              <a:ext uri="{FF2B5EF4-FFF2-40B4-BE49-F238E27FC236}">
                <a16:creationId xmlns:a16="http://schemas.microsoft.com/office/drawing/2014/main" id="{5A5321CF-CB0F-2729-123A-8D213FACA379}"/>
              </a:ext>
            </a:extLst>
          </p:cNvPr>
          <p:cNvSpPr/>
          <p:nvPr/>
        </p:nvSpPr>
        <p:spPr>
          <a:xfrm>
            <a:off x="1148794" y="9913433"/>
            <a:ext cx="570571" cy="557561"/>
          </a:xfrm>
          <a:prstGeom prst="heart">
            <a:avLst/>
          </a:prstGeom>
          <a:solidFill>
            <a:srgbClr val="FF3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ハート 44">
            <a:extLst>
              <a:ext uri="{FF2B5EF4-FFF2-40B4-BE49-F238E27FC236}">
                <a16:creationId xmlns:a16="http://schemas.microsoft.com/office/drawing/2014/main" id="{6E546449-3357-A01C-1959-018A27AEC279}"/>
              </a:ext>
            </a:extLst>
          </p:cNvPr>
          <p:cNvSpPr/>
          <p:nvPr/>
        </p:nvSpPr>
        <p:spPr>
          <a:xfrm>
            <a:off x="1958326" y="9905999"/>
            <a:ext cx="570571" cy="557561"/>
          </a:xfrm>
          <a:prstGeom prst="heart">
            <a:avLst/>
          </a:prstGeom>
          <a:solidFill>
            <a:srgbClr val="FF33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91BC2D97-6084-0DDA-3F16-3A2A07C9EB2E}"/>
              </a:ext>
            </a:extLst>
          </p:cNvPr>
          <p:cNvSpPr txBox="1"/>
          <p:nvPr/>
        </p:nvSpPr>
        <p:spPr>
          <a:xfrm>
            <a:off x="1101264" y="9548488"/>
            <a:ext cx="67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残機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20368D7F-B5FE-C56A-63A4-328AE2D44F44}"/>
              </a:ext>
            </a:extLst>
          </p:cNvPr>
          <p:cNvSpPr txBox="1"/>
          <p:nvPr/>
        </p:nvSpPr>
        <p:spPr>
          <a:xfrm>
            <a:off x="144964" y="36153"/>
            <a:ext cx="142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ステージ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800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3269</TotalTime>
  <Words>15</Words>
  <Application>Microsoft Office PowerPoint</Application>
  <PresentationFormat>ユーザー設定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咲空 篠原</dc:creator>
  <cp:lastModifiedBy>咲空 篠原</cp:lastModifiedBy>
  <cp:revision>1</cp:revision>
  <dcterms:created xsi:type="dcterms:W3CDTF">2026-07-01T02:48:46Z</dcterms:created>
  <dcterms:modified xsi:type="dcterms:W3CDTF">2026-07-03T09:18:33Z</dcterms:modified>
</cp:coreProperties>
</file>