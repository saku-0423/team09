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374100" cy="30264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4" d="100"/>
          <a:sy n="14" d="100"/>
        </p:scale>
        <p:origin x="182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14550" y="9163050"/>
            <a:ext cx="17145000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0"/>
              </a:lnSpc>
              <a:spcBef>
                <a:spcPct val="0"/>
              </a:spcBef>
            </a:pPr>
            <a:r>
              <a:rPr lang="en-US" sz="12000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シューティングゲーム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353300" y="16087725"/>
            <a:ext cx="6667500" cy="1524000"/>
            <a:chOff x="0" y="0"/>
            <a:chExt cx="8890000" cy="2032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90000" cy="2032000"/>
            </a:xfrm>
            <a:custGeom>
              <a:avLst/>
              <a:gdLst/>
              <a:ahLst/>
              <a:cxnLst/>
              <a:rect l="l" t="t" r="r" b="b"/>
              <a:pathLst>
                <a:path w="8890000" h="2032000">
                  <a:moveTo>
                    <a:pt x="203200" y="0"/>
                  </a:moveTo>
                  <a:lnTo>
                    <a:pt x="8686800" y="0"/>
                  </a:lnTo>
                  <a:cubicBezTo>
                    <a:pt x="8799024" y="0"/>
                    <a:pt x="8890000" y="90976"/>
                    <a:pt x="8890000" y="203200"/>
                  </a:cubicBezTo>
                  <a:lnTo>
                    <a:pt x="8890000" y="1828800"/>
                  </a:lnTo>
                  <a:cubicBezTo>
                    <a:pt x="8890000" y="1941024"/>
                    <a:pt x="8799024" y="2032000"/>
                    <a:pt x="868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56082"/>
            </a:solidFill>
            <a:ln w="38100" cap="sq">
              <a:solidFill>
                <a:srgbClr val="FF33CC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8890000" cy="215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ゲームスタート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924550" y="18621375"/>
            <a:ext cx="9525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r>
              <a:rPr lang="en-US" sz="4500" u="none" strike="noStrike">
                <a:solidFill>
                  <a:srgbClr val="AAAAAA"/>
                </a:solidFill>
                <a:latin typeface="Aptos"/>
                <a:ea typeface="Aptos"/>
                <a:cs typeface="Aptos"/>
                <a:sym typeface="Aptos"/>
              </a:rPr>
              <a:t>タップしてスタート！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ユーザー設定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Aptos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ノーマルステージ画面.pptx</dc:title>
  <dc:creator>篠原咲空</dc:creator>
  <cp:lastModifiedBy>咲空 篠原</cp:lastModifiedBy>
  <cp:revision>1</cp:revision>
  <dcterms:created xsi:type="dcterms:W3CDTF">2006-08-16T00:00:00Z</dcterms:created>
  <dcterms:modified xsi:type="dcterms:W3CDTF">2026-07-07T10:30:29Z</dcterms:modified>
  <dc:identifier>DAHOssIhTsE</dc:identifier>
</cp:coreProperties>
</file>