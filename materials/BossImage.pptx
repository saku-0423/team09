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D21A8-7CBC-4309-B948-E02AC07725DA}" v="2" dt="2026-07-06T02:33:53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60"/>
  </p:normalViewPr>
  <p:slideViewPr>
    <p:cSldViewPr snapToGrid="0">
      <p:cViewPr varScale="1">
        <p:scale>
          <a:sx n="52" d="100"/>
          <a:sy n="52" d="100"/>
        </p:scale>
        <p:origin x="67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KAHASHI Tomoya" userId="490c316a-c037-4bfd-b01f-011c73215b68" providerId="ADAL" clId="{3FD62527-E049-4DCB-95D8-352660F32116}"/>
    <pc:docChg chg="modSld">
      <pc:chgData name="TAKAHASHI Tomoya" userId="490c316a-c037-4bfd-b01f-011c73215b68" providerId="ADAL" clId="{3FD62527-E049-4DCB-95D8-352660F32116}" dt="2026-07-06T02:34:03.199" v="46" actId="14100"/>
      <pc:docMkLst>
        <pc:docMk/>
      </pc:docMkLst>
      <pc:sldChg chg="addSp modSp mod">
        <pc:chgData name="TAKAHASHI Tomoya" userId="490c316a-c037-4bfd-b01f-011c73215b68" providerId="ADAL" clId="{3FD62527-E049-4DCB-95D8-352660F32116}" dt="2026-07-06T02:34:03.199" v="46" actId="14100"/>
        <pc:sldMkLst>
          <pc:docMk/>
          <pc:sldMk cId="1955616177" sldId="256"/>
        </pc:sldMkLst>
        <pc:spChg chg="add mod">
          <ac:chgData name="TAKAHASHI Tomoya" userId="490c316a-c037-4bfd-b01f-011c73215b68" providerId="ADAL" clId="{3FD62527-E049-4DCB-95D8-352660F32116}" dt="2026-07-06T02:34:03.199" v="46" actId="14100"/>
          <ac:spMkLst>
            <pc:docMk/>
            <pc:sldMk cId="1955616177" sldId="256"/>
            <ac:spMk id="7" creationId="{BAA402AE-5B63-F948-0790-7ED364876F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01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32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74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457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14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33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43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21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68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15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39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7FD679F-ECCE-4C6E-884C-95F5BEDED20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BAEB03-E57B-46DC-B20D-52776D9B70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094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ローチャート: 結合子 4">
            <a:extLst>
              <a:ext uri="{FF2B5EF4-FFF2-40B4-BE49-F238E27FC236}">
                <a16:creationId xmlns:a16="http://schemas.microsoft.com/office/drawing/2014/main" id="{DC919590-E746-1BD9-AFAE-F20489407D82}"/>
              </a:ext>
            </a:extLst>
          </p:cNvPr>
          <p:cNvSpPr/>
          <p:nvPr/>
        </p:nvSpPr>
        <p:spPr>
          <a:xfrm>
            <a:off x="5437239" y="5702709"/>
            <a:ext cx="953728" cy="1012722"/>
          </a:xfrm>
          <a:prstGeom prst="flowChartConnector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自分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4289C9-31A6-9C96-290C-15FD9AAA214E}"/>
              </a:ext>
            </a:extLst>
          </p:cNvPr>
          <p:cNvSpPr/>
          <p:nvPr/>
        </p:nvSpPr>
        <p:spPr>
          <a:xfrm>
            <a:off x="2605548" y="245808"/>
            <a:ext cx="6617110" cy="18779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7200" dirty="0"/>
              <a:t>ラスボス</a:t>
            </a:r>
          </a:p>
        </p:txBody>
      </p:sp>
      <p:sp>
        <p:nvSpPr>
          <p:cNvPr id="7" name="吹き出し: 円形 6">
            <a:extLst>
              <a:ext uri="{FF2B5EF4-FFF2-40B4-BE49-F238E27FC236}">
                <a16:creationId xmlns:a16="http://schemas.microsoft.com/office/drawing/2014/main" id="{BAA402AE-5B63-F948-0790-7ED364876F3F}"/>
              </a:ext>
            </a:extLst>
          </p:cNvPr>
          <p:cNvSpPr/>
          <p:nvPr/>
        </p:nvSpPr>
        <p:spPr>
          <a:xfrm>
            <a:off x="634181" y="2241757"/>
            <a:ext cx="2787445" cy="1047133"/>
          </a:xfrm>
          <a:prstGeom prst="wedgeEllipseCallout">
            <a:avLst>
              <a:gd name="adj1" fmla="val 41793"/>
              <a:gd name="adj2" fmla="val -505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弱点がころころ変わる</a:t>
            </a:r>
          </a:p>
        </p:txBody>
      </p:sp>
    </p:spTree>
    <p:extLst>
      <p:ext uri="{BB962C8B-B14F-4D97-AF65-F5344CB8AC3E}">
        <p14:creationId xmlns:p14="http://schemas.microsoft.com/office/powerpoint/2010/main" val="195561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7184</TotalTime>
  <Words>6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TAKAHASHI Tomoya</dc:creator>
  <cp:lastModifiedBy>TAKAHASHI Tomoya</cp:lastModifiedBy>
  <cp:revision>1</cp:revision>
  <dcterms:created xsi:type="dcterms:W3CDTF">2026-07-01T02:50:08Z</dcterms:created>
  <dcterms:modified xsi:type="dcterms:W3CDTF">2026-07-06T02:34:12Z</dcterms:modified>
</cp:coreProperties>
</file>